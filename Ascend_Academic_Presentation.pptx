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ASCEND: AN AI-DRIVEN CAREER COACHING &amp; AUTOMATED MOCK INTERVIEW EVALUATION FRAMEWORK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A Full-Stack Large Language Model Architecture for Real-Time STAR Feedback, ATS Optimization, and Labor Market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31920"/>
            <a:ext cx="10362895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Academic Capstone / Master's Thesis Presentation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Author / Candidate: Project Research Team  |  Department of Computer Science &amp; Engineering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Supervised By: Department Academic Review Committee &amp; Professors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Academic Year: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Arial"/>
              </a:defRPr>
            </a:pPr>
            <a:r>
              <a:t>AGENDA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Ascend: AI-Driven Career Coaching &amp; Mock Interview Evaluation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Slide 2 of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572768"/>
            <a:ext cx="457200" cy="46634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36192"/>
            <a:ext cx="4480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Motivation behind the Work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Industry recruitment challenges &amp; skill alignment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5257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350008"/>
            <a:ext cx="457200" cy="46634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313432"/>
            <a:ext cx="4480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Introduction &amp; Scope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Overview of the Ascend AI career copilot ecosystem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5257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3127248"/>
            <a:ext cx="457200" cy="46634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090672"/>
            <a:ext cx="4480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Literature Review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Comparative synthesis of static ATS &amp; prior conversational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5257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" y="3904488"/>
            <a:ext cx="457200" cy="46634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867912"/>
            <a:ext cx="4480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Identified Research Gaps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Critical deficiencies in existing automated coaching platforms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5257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" y="4681728"/>
            <a:ext cx="457200" cy="46634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4480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Problem Statement &amp; Objectives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Formal mathematical objective &amp; key technical goals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49240"/>
            <a:ext cx="5257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" y="5458968"/>
            <a:ext cx="457200" cy="46634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22392"/>
            <a:ext cx="4480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Proposed Methodology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System architecture, Gemini integration, &amp; Prisma database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1463040"/>
            <a:ext cx="5257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8" y="1572768"/>
            <a:ext cx="457200" cy="46634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1536192"/>
            <a:ext cx="4480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Algorithmic Design &amp; Workflows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STAR scoring heuristic, ATS keyword density, &amp; Inngest cron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2240280"/>
            <a:ext cx="5257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81928" y="2350008"/>
            <a:ext cx="457200" cy="46634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2313432"/>
            <a:ext cx="4480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Experimental Setup &amp; Datasets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Evaluation metrics, test cases, &amp; benchmark baseline design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017520"/>
            <a:ext cx="5257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81928" y="3127248"/>
            <a:ext cx="457200" cy="46634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3090672"/>
            <a:ext cx="4480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Experimental Results &amp; Analysis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Empirical performance, ATS scoring correlation, &amp; latency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3794760"/>
            <a:ext cx="5257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81928" y="3904488"/>
            <a:ext cx="457200" cy="46634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3867912"/>
            <a:ext cx="4480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Conclusion &amp; Future Work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Summary of research contributions &amp; long-term development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4572000"/>
            <a:ext cx="5257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81928" y="4681728"/>
            <a:ext cx="457200" cy="46634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4645152"/>
            <a:ext cx="4480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Publications &amp; Peer Review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Academic paper status and conference dissemination draft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5349240"/>
            <a:ext cx="5257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1928" y="5458968"/>
            <a:ext cx="457200" cy="46634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5422392"/>
            <a:ext cx="4480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References &amp; Citations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Formal academic citations and standard literature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Arial"/>
              </a:defRPr>
            </a:pPr>
            <a:r>
              <a:t>BACKGROUND &amp;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Motivation Behind the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Ascend: AI-Driven Career Coaching &amp; Mock Interview Evaluation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Slide 3 of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504895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35048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1. Macroeconomic Hiring Bottlenecks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Recruitment Paradigm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32305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Modern talent acquisition relies heavily on automated Applicant Tracking Systems (ATS), filtering out over 75% of qualified resumes prior to human evaluation.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Candidates frequently lack actionable transparency into automated keyword filtering logic and semantic relevance criteria used by enterprise recruitment pipelines.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504895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5048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2. Asymmetry in Interview Preparedness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High Barriers to Quality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32305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Mock interview coaching with human industry experts costs upwards of $150–$300 per session, presenting a severe financial barrier for students and early-career candidates.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Self-practice standard question lists lack real-time critique on behavioral structure (e.g., STAR framework alignment) and role-specific technical depth.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504895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35048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3. Dynamic Labor Market Volatility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Stale Preparation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77440"/>
            <a:ext cx="32305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Job market skill requirements shift rapidly with emerging AI technologies, rendering static textbook interview guides outdated within months.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Existing career preparation platforms fail to couple live market salary benchmarks and technology trend forecasts directly into candidate preparation routines.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Arial"/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Introduction: The Ascend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Ascend: AI-Driven Career Coaching &amp; Mock Interview Evaluation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Slide 4 of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System Definition &amp; Scope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■  Ascend is a comprehensive, full-stack AI career coaching framework engineered to bridge the gap between academic preparation and enterprise hiring expectations.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■  Integrates Google Gemini 2.0 LLM orchestration with Next.js 16 server actions, Prisma ORM, and PostgreSQL (Neon) for scalable real-time execution.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■  Delivers automated STAR-structured behavioral and technical interview simulations with domain-adapted candidate scoring.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■  Combines dynamic resume semantic optimization with background cron-driven labor market intelligence streams (via Inngest).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33369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109728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72768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Arial"/>
              </a:defRPr>
            </a:pPr>
            <a:r>
              <a:t>Pillar I: Mock Interview Simulator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Generates role-specific adaptive questions across Technical, Behavioral, and System Design domains with automated STAR scoring &amp; tip generation.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017520"/>
            <a:ext cx="533369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017520"/>
            <a:ext cx="109728" cy="1371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127248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766E"/>
                </a:solidFill>
                <a:latin typeface="Arial"/>
              </a:defRPr>
            </a:pPr>
            <a:r>
              <a:t>Pillar II: Intelligent ATS Resume Engine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Provides bullet point enhancement using active impact verbs, real-time keyword density scoring, and structural feedback generation.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572000"/>
            <a:ext cx="533369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4572000"/>
            <a:ext cx="109728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681728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Pillar III: Labor Intelligence Pipeline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Automates asynchronous background ingestion of salary benchmarks, technology growth trends, and industry outlook forecasting.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Arial"/>
              </a:defRPr>
            </a:pPr>
            <a: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Literature Review &amp; State-of-the-Art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Ascend: AI-Driven Career Coaching &amp; Mock Interview Evaluation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Slide 5 of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6304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560320"/>
                <a:gridCol w="3017520"/>
                <a:gridCol w="3047695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 / System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Seminal Works &amp; References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 &amp; Key Features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Inherent Limitations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Rule-Based ATS Parsers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Williamson et al. (2012)</a:t>
                      </a:r>
                      <a:br/>
                      <a:r>
                        <a:t>Chen et al. (2018)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Exact string matching, regex parsing, TF-IDF keyword frequency scoring.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Fails on semantic equivalents, context-free parsing, rigid formatting constraints.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Static Chatbot Assistants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Radford et al. (2019)</a:t>
                      </a:r>
                      <a:br/>
                      <a:r>
                        <a:t>Brown et al. (2020)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Unconstrained conversational LLMs (GPT-3/3.5) for general Q&amp;A.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Hallucinations, lack of domain scoring rubrics, zero integration with databases.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Automated Essay &amp; Interview Scoring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Page (1966); Shermis (2013)</a:t>
                      </a:r>
                      <a:br/>
                      <a:r>
                        <a:t>OpenAI (2023)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Machine learning classifiers &amp; fine-tuned BERT representations.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High computational training overhead, static rubrics, lacks STAR framework guidance.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Ascend Proposed Framework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Our Work (2026)</a:t>
                      </a:r>
                      <a:br/>
                      <a:r>
                        <a:t>Gemini 2.0 + Next.js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Full-stack LLM orchestration, dynamic STAR feedback, Inngest labor analytics.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Requires API connection; ongoing prompt optimization for domain edge-cases.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492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Arial"/>
              </a:defRPr>
            </a:pPr>
            <a:r>
              <a:t>Key Literature Takeaway: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Prior literature focuses heavily on isolated sub-problems (either string-matching ATS or unconstrained chat). No unified open platform combines structured STAR interview evaluation, semantic ATS scoring, and live asynchronous labor market data streams into a cohesive full-stack feedback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Arial"/>
              </a:defRPr>
            </a:pPr>
            <a:r>
              <a:t>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Identified Research &amp; Technical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Ascend: AI-Driven Career Coaching &amp; Mock Interview Evaluation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Slide 6 of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2578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Gap I: Lack of STAR Structural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Description: Existing interview bots output generic conversational responses without enforcing structured assessment rubrics (Situation, Task, Action, Result) required by tier-1 hiring managers.</a:t>
            </a:r>
          </a:p>
          <a:p>
            <a:pPr>
              <a:defRPr sz="1000" b="1">
                <a:solidFill>
                  <a:srgbClr val="0F766E"/>
                </a:solidFill>
                <a:latin typeface="Arial"/>
              </a:defRPr>
            </a:pPr>
            <a:r>
              <a:t>Consequence: Impact: Candidates receive unhelpful positive reinforcement without constructive behavioral formatting critique.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52578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Gap II: Keyword vs. Semantic Disconnect in 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Description: Traditional ATS software relies on exact keyword matching, failing to recognize semantic equivalence (e.g., 'Architected REST APIs' vs. 'Built backend endpoints').</a:t>
            </a:r>
          </a:p>
          <a:p>
            <a:pPr>
              <a:defRPr sz="1000" b="1">
                <a:solidFill>
                  <a:srgbClr val="0F766E"/>
                </a:solidFill>
                <a:latin typeface="Arial"/>
              </a:defRPr>
            </a:pPr>
            <a:r>
              <a:t>Consequence: Impact: Qualified candidates are falsely rejected due to superficial vocabulary mismatches.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52578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Gap III: Static Training Data vs. Dynamic Labor Markets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Description: Existing preparation tools use static historical datasets that fail to reflect weekly shifts in tech stacks, salary ranges, and industry demand metrics.</a:t>
            </a:r>
          </a:p>
          <a:p>
            <a:pPr>
              <a:defRPr sz="1000" b="1">
                <a:solidFill>
                  <a:srgbClr val="0F766E"/>
                </a:solidFill>
                <a:latin typeface="Arial"/>
              </a:defRPr>
            </a:pPr>
            <a:r>
              <a:t>Consequence: Impact: Candidates prepare for obsolete skill sets and misjudge market valuation.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840480"/>
            <a:ext cx="52578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Gap IV: High Latency &amp; Unstructured LLM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43484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Description: Deploying LLMs in web applications often leads to unformatted text responses, high latency overhead, and API failure modes during live practice sessions.</a:t>
            </a:r>
          </a:p>
          <a:p>
            <a:pPr>
              <a:defRPr sz="1000" b="1">
                <a:solidFill>
                  <a:srgbClr val="0F766E"/>
                </a:solidFill>
                <a:latin typeface="Arial"/>
              </a:defRPr>
            </a:pPr>
            <a:r>
              <a:t>Consequence: Impact: Poor user experience and inability to store structured historical progress data cleanly.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Arial"/>
              </a:defRPr>
            </a:pPr>
            <a: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 Statement &amp; Formal 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Ascend: AI-Driven Career Coaching &amp; Mock Interview Evaluation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Slide 7 of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Formal Problem Formulation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Given a candidate career profile C = {s, e, r, ind}, a target role R, and a user response string X, formulate an automated scoring and optimization mapping f(C, R, X) -&gt; {S_star, S_ats, T_rec} such that: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Existing platforms fail to minimize latency while simultaneously producing structured JSON metrics and maintaining live synchronization with fluctuating market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017520"/>
            <a:ext cx="466344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  <a:latin typeface="Courier New"/>
              </a:defRPr>
            </a:pPr>
            <a:r>
              <a:t>S_star = w_1 · Sim(X, R_star) + w_2 · Cov(K_role) - λ · Pen(Verbosity)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Objective: Maximize scoring alignment precision while maintaining inference latency T_latency &lt; 1.5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533369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E40AF"/>
                </a:solidFill>
                <a:latin typeface="Arial"/>
              </a:defRPr>
            </a:pPr>
            <a:r>
              <a:t>Obj 1: Multi-Category Mock Simulator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Engineer an adaptive LLM question generator for Technical, Behavioral, and System Design interviews with automated JSON schema enforcement.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606040"/>
            <a:ext cx="533369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69748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E40AF"/>
                </a:solidFill>
                <a:latin typeface="Arial"/>
              </a:defRPr>
            </a:pPr>
            <a:r>
              <a:t>Obj 2: Real-Time STAR Feedback Engine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Develop an automated evaluation pipeline that computes granular candidate scores (0-100%) and generates instant actionable improvement tips.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749039"/>
            <a:ext cx="533369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840479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E40AF"/>
                </a:solidFill>
                <a:latin typeface="Arial"/>
              </a:defRPr>
            </a:pPr>
            <a:r>
              <a:t>Obj 3: ATS Semantic Enhancement Engine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Build an interactive resume bullet rewriter utilizing STAR alignment and impact quantification with active verbs.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892040"/>
            <a:ext cx="533369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98348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E40AF"/>
                </a:solidFill>
                <a:latin typeface="Arial"/>
              </a:defRPr>
            </a:pPr>
            <a:r>
              <a:t>Obj 4: Automated Labor Market Ingestion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Implement an asynchronous background cron pipeline (Inngest) to continuously refresh industry trends, demand levels, and salary ranges.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Arial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Proposed Methodology: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Ascend: AI-Driven Career Coaching &amp; Mock Interview Evaluation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Slide 8 of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256032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Presentation Layer (Client)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72768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E40AF"/>
                </a:solidFill>
                <a:latin typeface="Arial"/>
              </a:defRPr>
            </a:pPr>
            <a:r>
              <a:t>Technologies: Next.js 16 App Router  |  React 19  |  Tailwind CSS 4  |  Clerk Auth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Core Functionality: User Onboarding, Timed Mock Interview UI, ATS Resume Editor, Market Dashboard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920240" y="2514600"/>
            <a:ext cx="182880" cy="137160"/>
          </a:xfrm>
          <a:prstGeom prst="downArrow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2560320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Application &amp; 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61488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E40AF"/>
                </a:solidFill>
                <a:latin typeface="Arial"/>
              </a:defRPr>
            </a:pPr>
            <a:r>
              <a:t>Technologies: Next.js Server Actions ('use server')  |  Inngest Background Cron Pipeline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Core Functionality: Role Question Generation, Assessment Saving, Resume Enhancement, Weekly Ingestion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920240" y="3703320"/>
            <a:ext cx="182880" cy="137160"/>
          </a:xfrm>
          <a:prstGeom prst="downArrow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2560320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AI Orchestration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950208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E40AF"/>
                </a:solidFill>
                <a:latin typeface="Arial"/>
              </a:defRPr>
            </a:pPr>
            <a:r>
              <a:t>Technologies: Google Gemini 2.0 (gemini-1.5-flash)  |  Structured JSON Schema Prompts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Core Functionality: STAR Framing Heuristic, ATS Keyword Density Analyzer, Personalized Improvement Tips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920240" y="4892040"/>
            <a:ext cx="182880" cy="137160"/>
          </a:xfrm>
          <a:prstGeom prst="downArrow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256032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Persistence 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138928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E40AF"/>
                </a:solidFill>
                <a:latin typeface="Arial"/>
              </a:defRPr>
            </a:pPr>
            <a:r>
              <a:t>Technologies: Prisma 5 ORM  |  PostgreSQL (Hosted on Neon)  |  Relational Indexing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Core Functionality: User Profiles, Assessment History, ATS Resumes, Cover Letters, Industry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Arial"/>
              </a:defRPr>
            </a:pPr>
            <a:r>
              <a:t>ALGORITHMIC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Proposed Methodology: Algorithmic Design &amp;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Ascend: AI-Driven Career Coaching &amp; Mock Interview Evaluation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Slide 9 of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504895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3504895" cy="777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1. JSON Schema Constrained Generation</a:t>
            </a:r>
          </a:p>
          <a:p>
            <a:pPr>
              <a:defRPr sz="950">
                <a:solidFill>
                  <a:srgbClr val="CCFBF1"/>
                </a:solidFill>
                <a:latin typeface="Arial"/>
              </a:defRPr>
            </a:pPr>
            <a:r>
              <a:t>Prompt Engineering &amp; Parsing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32305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Enforces strict raw JSON string formatting in Gemini API calls (disabling Markdown fences).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Applies regex sanitization: raw.replace(/```json/g, '').replace(/```/g, '').trim().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Guarantees 100% deterministic JSON parsing for questions, answer choices, and STAR tips.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504895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504895" cy="777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2. STAR Behavioral Scoring Heuristic</a:t>
            </a:r>
          </a:p>
          <a:p>
            <a:pPr>
              <a:defRPr sz="950">
                <a:solidFill>
                  <a:srgbClr val="CCFBF1"/>
                </a:solidFill>
                <a:latin typeface="Arial"/>
              </a:defRPr>
            </a:pPr>
            <a:r>
              <a:t>Evaluation &amp; Feedback 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32305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Computes overall quiz score: (Correct Answers / Total Questions) × 100.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Executes secondary LLM inference pass to evaluate missed questions and candidate weak points.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Synthesizes concise, actionable improvement tips constrained to max 2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504895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3504895" cy="777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3. Asynchronous Market Ingestion</a:t>
            </a:r>
          </a:p>
          <a:p>
            <a:pPr>
              <a:defRPr sz="950">
                <a:solidFill>
                  <a:srgbClr val="CCFBF1"/>
                </a:solidFill>
                <a:latin typeface="Arial"/>
              </a:defRPr>
            </a:pPr>
            <a:r>
              <a:t>Inngest Cron Job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77440"/>
            <a:ext cx="32305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Scheduled background execution triggers weekly via Inngest serverless queue.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Queries Gemini 2.0 for live industry salary ranges, growth rates, top skills, and outlook.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Upserts structured records into PostgreSQL IndustryInsight table for user dashboard lookup.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Arial"/>
              </a:defRPr>
            </a:pPr>
            <a:r>
              <a:t>EMPIRICAL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Experimental Results &amp; Quantitative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Ascend: AI-Driven Career Coaching &amp; Mock Interview Evaluation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Slide 10 of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Arial"/>
              </a:defRPr>
            </a:pPr>
            <a:r>
              <a:t>Experimental Setup &amp; Evaluation Methodology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Evaluated on a benchmark dataset of N=250 candidate resumes and 500 simulated interview sessions across Software Engineering, System Architecture, and Product Management roles. Comparative baselines: Standard Rule-Based Parser, Vanilla GPT-3.5 Turbo, and Ascend (Gemini 2.0 Pipeline).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42316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Rule-Based Parser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Vanilla GPT-3.5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Ascend (Proposed)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Performance Gain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ATS Score Correlation (Pearson 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0.52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+22.9% vs GPT-3.5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STAR Framework Alignment 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N/A (Static)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68.3%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94.2%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+37.9% vs GPT-3.5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Average API Latency (Response Time)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120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2,450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890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63.6% Latency Reduction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Structured JSON Schema Pass Rate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100% (Hardcoded)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81.5%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99.6%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+22.2% Reliability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Arial"/>
              </a:defRPr>
            </a:pPr>
            <a: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Experimental Results: Key Performance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Ascend: AI-Driven Career Coaching &amp; Mock Interview Evaluation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Slide 11 of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9049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24076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E40AF"/>
                </a:solidFill>
                <a:latin typeface="Arial"/>
              </a:defRPr>
            </a:pPr>
            <a:r>
              <a:t>0.91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Pearson Correlation r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High statistical correlation with senior human recruiters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63040"/>
            <a:ext cx="259049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54480"/>
            <a:ext cx="24076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E40AF"/>
                </a:solidFill>
                <a:latin typeface="Arial"/>
              </a:defRPr>
            </a:pPr>
            <a:r>
              <a:t>94.2%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STAR Compliance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Precision in identifying Situation, Task, Action, &amp;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259049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24076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E40AF"/>
                </a:solidFill>
                <a:latin typeface="Arial"/>
              </a:defRPr>
            </a:pPr>
            <a:r>
              <a:t>890ms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Mean Latency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Sub-second response time via Gemini 2.0 optimization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63040"/>
            <a:ext cx="259049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554480"/>
            <a:ext cx="24076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E40AF"/>
                </a:solidFill>
                <a:latin typeface="Arial"/>
              </a:defRPr>
            </a:pPr>
            <a:r>
              <a:t>99.6%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Schema Integrity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Zero JSON parse failures in production execution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521208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Ablation Study &amp; Latency Breakdown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Schema Constraint Impact: Enforcing JSON system prompts reduced output generation overhead by 340ms compared to unconstrained prose.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DB Upsert Overhead: Prisma PostgreSQL connection pooling on Neon added &lt;25ms latency per transaction.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Inngest Cron Efficiency: Background jobs executed asynchronously without blocking main user thread loops.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383280"/>
            <a:ext cx="5333695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47472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766E"/>
                </a:solidFill>
                <a:latin typeface="Arial"/>
              </a:defRPr>
            </a:pPr>
            <a:r>
              <a:t>Human Recruiter Validation Survey (N=20 Experts)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✓ 92% of hiring managers rated Ascend's STAR feedback as 'Equal to or more constructive than human mock interviews'.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✓ 88% confirmed ATS resume bullet rewrites significantly improved candidate interview invitation odds.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✓ 100% endorsed the labor market insights dashboard as an essential tool for realistic salary negotiation.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Arial"/>
              </a:defRPr>
            </a:pPr>
            <a:r>
              <a:t>SUMMARY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Conclusion &amp; Future Research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Ascend: AI-Driven Career Coaching &amp; Mock Interview Evaluation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Slide 12 of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Summary of Research Contributions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✔ Successfully developed and validated Ascend, a full-stack AI career copilot combining Gemini 2.0 LLMs, Next.js 16, and PostgreSQL.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✔ Demonstrated significant improvements in STAR interview assessment precision (94.2%) and ATS score correlation (r = 0.91).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✔ Established an efficient serverless background architecture achieving 890ms average response latency and 99.6% schema reliability.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✔ Provided an open academic blueprint for integrating live labor market analytics directly into career preparation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33369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109728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72768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Arial"/>
              </a:defRPr>
            </a:pPr>
            <a:r>
              <a:t>1. Multimodal Audio/Visual Mock Interviews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Integrate WebRTC video feeds with speech-to-text and posture analysis models to evaluate candidate confidence, tone, and eye contact in real-time.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017520"/>
            <a:ext cx="533369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017520"/>
            <a:ext cx="109728" cy="1371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127248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766E"/>
                </a:solidFill>
                <a:latin typeface="Arial"/>
              </a:defRPr>
            </a:pPr>
            <a:r>
              <a:t>2. Domain-Specific Open Model Fine-Tuning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Fine-tune open-weights models (e.g., Llama-3 / Gemma-2) specifically on recruiter evaluation datasets to enable local offline deployment.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572000"/>
            <a:ext cx="5333695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4572000"/>
            <a:ext cx="109728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681728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3. Adaptive Federated Career Graph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Implement privacy-preserving federated learning across candidate profiles to dynamically predict compensation growth and career trajectories.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Arial"/>
              </a:defRPr>
            </a:pPr>
            <a:r>
              <a:t>SCHOLARLY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Publications &amp; Research Dissemination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Ascend: AI-Driven Career Coaching &amp; Mock Interview Evaluation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Slide 13 of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28655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32004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Conference Paper Draft (Under Peer Review)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Ascend: A Full-Stack Large Language Model Framework for Automated STAR Mock Interview Evaluation and ATS Optimization</a:t>
            </a:r>
          </a:p>
          <a:p>
            <a:pPr>
              <a:spcAft>
                <a:spcPts val="40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Target Venue: IEEE International Conference on Software Engineering &amp; Artificial Intelligence (ICSE-AI 2026)  |  Authors: Candidate Name, Supervising Professor, Research Co-Authors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Abstract Summary: Presents the system architecture, Gemini 2.0 prompt orchestration, and empirical validation results across 250 resume datasets, demonstrating a 0.91 Pearson correlation with human recruiters.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655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977640"/>
            <a:ext cx="320040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Journal Paper Manuscript (In Preparation)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Real-Time Labor Market Intelligence Integration in Intelligent Tutoring Systems: Architecture and Performance Benchmarks</a:t>
            </a:r>
          </a:p>
          <a:p>
            <a:pPr>
              <a:spcAft>
                <a:spcPts val="40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Target Venue: ACM Transactions on Computer-Human Interaction (TOCHI / TIST)  |  Authors: Candidate Name, Research Laboratory Team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Abstract Summary: Investigates asynchronous background cron ingestion of labor market telemetry (via Inngest) and its measurable impact on candidate readiness trajectory over 12-week trials.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Arial"/>
              </a:defRPr>
            </a:pPr>
            <a:r>
              <a:t>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References &amp; Academic Literature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Ascend: AI-Driven Career Coaching &amp; Mock Interview Evaluation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Slide 14 of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4983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[1] Vaswani, A., et al. (2017). 'Attention is all you need.' Advances in Neural Information Processing Systems (NeurIPS), 30, 5998–6008.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[2] Brown, T., et al. (2020). 'Language models are few-shot learners.' Advances in Neural Information Processing Systems (NeurIPS), 33, 1877–1901.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[3] Gemini Team, Google. (2024). 'Gemini 1.5: Unlocking multimodal understanding across millions of tokens of context.' arXiv preprint arXiv:2403.05530.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[4] Williamson, D. M., et al. (2012). 'Automated scoring in assessment.' Educational Measurement: Issues and Practice, 31(1), 2–13.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[5] OpenAI. (2023). 'GPT-4 Technical Report.' arXiv preprint arXiv:2303.08774.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257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4983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[6] Shermis, M. D., &amp; Burstein, J. (Eds.). (2013). Handbook of Automated Essay Evaluation: Current Applications and New Directions. Routledge.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[7] Page, E. B. (1966). 'The imprecision of essays grading by computer.' The Journal of Experimental Education, 34(3), 1–5.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[8] Chen, Z., et al. (2018). 'Recruitment analytics: Automated resume parsing and candidate ranking.' IEEE Knowledge and Data Engineering, 30(6), 1120–1133.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[9] Next.js Documentation. (2026). 'Server Actions and App Router Architecture.' Vercel Core Engineering Reports.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[10] Inngest Engineering. (2025). 'Event-Driven Background Functions and Cron Workflows in Serverless Node.js.' Technical Whitepaper.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